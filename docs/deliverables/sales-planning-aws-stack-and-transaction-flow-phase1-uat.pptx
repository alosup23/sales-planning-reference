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Sales Planning UAT AWS Stack And Transaction Flow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Phase 1 deployed runtime, endpoints, security decisions, and operational considerations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Live UAT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CloudFront + WAF for the public web entry point</a:t>
            </a:r>
          </a:p>
          <a:p>
            <a:pPr>
              <a:defRPr sz="2200"/>
            </a:pPr>
            <a:r>
              <a:t>Static React build on S3</a:t>
            </a:r>
          </a:p>
          <a:p>
            <a:pPr>
              <a:defRPr sz="2200"/>
            </a:pPr>
            <a:r>
              <a:t>.NET 8 interactive API on ECS Fargate</a:t>
            </a:r>
          </a:p>
          <a:p>
            <a:pPr>
              <a:defRPr sz="2200"/>
            </a:pPr>
            <a:r>
              <a:t>RDS PostgreSQL in true private subnets</a:t>
            </a:r>
          </a:p>
          <a:p>
            <a:pPr>
              <a:defRPr sz="2200"/>
            </a:pPr>
            <a:r>
              <a:t>Microsoft Entra sign-in and backend API authorization</a:t>
            </a:r>
          </a:p>
          <a:p>
            <a:pPr>
              <a:defRPr sz="2200"/>
            </a:pPr>
            <a:r>
              <a:t>Origin-protected ALB behind CloudFront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Graphical AWS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06C7A"/>
                </a:solidFill>
              </a:defRPr>
            </a:pPr>
            <a:r>
              <a:t>Live Phase 1 UAT runtime after the ECS, private RDS, and WAF cutover.</a:t>
            </a:r>
          </a:p>
        </p:txBody>
      </p:sp>
      <p:pic>
        <p:nvPicPr>
          <p:cNvPr id="4" name="Picture 3" descr="aws-uat-stack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11064240" cy="6146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Transaction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06C7A"/>
                </a:solidFill>
              </a:defRPr>
            </a:pPr>
            <a:r>
              <a:t>Startup, lazy branch loading, command processing, patch return, save, and audit flow.</a:t>
            </a:r>
          </a:p>
        </p:txBody>
      </p:sp>
      <p:pic>
        <p:nvPicPr>
          <p:cNvPr id="4" name="Picture 3" descr="aws-transaction-flow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11064240" cy="6146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Endpoints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15568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8560"/>
                <a:gridCol w="3718560"/>
                <a:gridCol w="3718560"/>
              </a:tblGrid>
              <a:tr h="73152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Endpoint /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Purpose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Public 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https://d22xc0mfhkv9bk.cloudfront.net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User access entry point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Health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https://d22xc0mfhkv9bk.cloudfront.net/health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Operational smoke check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Public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/api/v1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Protected business API path through CloudFront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ECS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sales-planning-demo-api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Interactive API workload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ECS Cluster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sales-planning-demo-cluster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Fargate cluster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Active 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sales-planning-demo-pg-private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Private PostgreSQL instance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And Design Decisions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WAF attached at CloudFront with managed rule groups and rate limiting</a:t>
            </a:r>
          </a:p>
          <a:p>
            <a:pPr>
              <a:defRPr sz="2200"/>
            </a:pPr>
            <a:r>
              <a:t>ALB accepts traffic only from CloudFront and only when the secret origin header is present</a:t>
            </a:r>
          </a:p>
          <a:p>
            <a:pPr>
              <a:defRPr sz="2200"/>
            </a:pPr>
            <a:r>
              <a:t>Database is not publicly accessible and runs in the dedicated private DB subnet group</a:t>
            </a:r>
          </a:p>
          <a:p>
            <a:pPr>
              <a:defRPr sz="2200"/>
            </a:pPr>
            <a:r>
              <a:t>ECS uses Secrets Manager for DB credentials</a:t>
            </a:r>
          </a:p>
          <a:p>
            <a:pPr>
              <a:defRPr sz="2200"/>
            </a:pPr>
            <a:r>
              <a:t>CloudFront-to-ALB HTTPS is deferred until Route 53 and ACM are available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Limitations And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Grid still uses the client-side row model rather than AG Grid SSRM</a:t>
            </a:r>
          </a:p>
          <a:p>
            <a:pPr>
              <a:defRPr sz="2200"/>
            </a:pPr>
            <a:r>
              <a:t>Workbook import and export are still synchronous</a:t>
            </a:r>
          </a:p>
          <a:p>
            <a:pPr>
              <a:defRPr sz="2200"/>
            </a:pPr>
            <a:r>
              <a:t>CloudFront-to-ALB origin traffic is still HTTP</a:t>
            </a:r>
          </a:p>
          <a:p>
            <a:pPr>
              <a:defRPr sz="2200"/>
            </a:pPr>
            <a:r>
              <a:t>Rollback DB should be deleted after UAT acceptance</a:t>
            </a:r>
          </a:p>
          <a:p>
            <a:pPr>
              <a:defRPr sz="2200"/>
            </a:pPr>
            <a:r>
              <a:t>Next priority: delta recalculation, SSRM, async jobs, and ALB HTTPS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