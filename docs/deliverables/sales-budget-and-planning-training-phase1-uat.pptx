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Budget And Planning Process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 UAT training deck for planners, merchandisers, and business reviewers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the planning workspaces and when to use each one</a:t>
            </a:r>
          </a:p>
          <a:p>
            <a:pPr>
              <a:defRPr sz="2200"/>
            </a:pPr>
            <a:r>
              <a:t>Execute the end-to-end budget and planning cycle in the recommended sequence</a:t>
            </a:r>
          </a:p>
          <a:p>
            <a:pPr>
              <a:defRPr sz="2200"/>
            </a:pPr>
            <a:r>
              <a:t>Use bottom-up edits, top-down splash, locks, and undo/redo correctly</a:t>
            </a:r>
          </a:p>
          <a:p>
            <a:pPr>
              <a:defRPr sz="2200"/>
            </a:pPr>
            <a:r>
              <a:t>Import and export the supported workbook formats safely</a:t>
            </a:r>
          </a:p>
          <a:p>
            <a:pPr>
              <a:defRPr sz="2200"/>
            </a:pPr>
            <a:r>
              <a:t>Understand the core planning rules and current UAT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Best-Practice Planning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C7A"/>
                </a:solidFill>
              </a:defRPr>
            </a:pPr>
            <a:r>
              <a:t>Recommended end-to-end sequence from hierarchy setup through export and reconciliation.</a:t>
            </a:r>
          </a:p>
        </p:txBody>
      </p:sp>
      <p:pic>
        <p:nvPicPr>
          <p:cNvPr id="4" name="Picture 3" descr="sales-planning-process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Workspaces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Planning - by Store for detailed bottom-up planning</a:t>
            </a:r>
          </a:p>
          <a:p>
            <a:pPr>
              <a:defRPr sz="2200"/>
            </a:pPr>
            <a:r>
              <a:t>Planning - by Department for top-down and cross-store review</a:t>
            </a:r>
          </a:p>
          <a:p>
            <a:pPr>
              <a:defRPr sz="2200"/>
            </a:pPr>
            <a:r>
              <a:t>Hierarchy Maintenance for Department / Class / Subclass control</a:t>
            </a:r>
          </a:p>
          <a:p>
            <a:pPr>
              <a:defRPr sz="2200"/>
            </a:pPr>
            <a:r>
              <a:t>Store, Product, Inventory, Pricing, Seasonality, and Vendor maintenance workspaces</a:t>
            </a:r>
          </a:p>
          <a:p>
            <a:pPr>
              <a:defRPr sz="2200"/>
            </a:pPr>
            <a:r>
              <a:t>Compact menu-based toolbar preserves maximum grid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Bottom-Up And Top-Down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Leaf edits should be performed at the lowest relevant level</a:t>
            </a:r>
          </a:p>
          <a:p>
            <a:pPr>
              <a:defRPr sz="2200"/>
            </a:pPr>
            <a:r>
              <a:t>Parent totals must always equal the sum of children after recalculation</a:t>
            </a:r>
          </a:p>
          <a:p>
            <a:pPr>
              <a:defRPr sz="2200"/>
            </a:pPr>
            <a:r>
              <a:t>Splash reallocates aggregate targets to unlocked descendants only</a:t>
            </a:r>
          </a:p>
          <a:p>
            <a:pPr>
              <a:defRPr sz="2200"/>
            </a:pPr>
            <a:r>
              <a:t>Same-year recalculation applies throughout Phase 1</a:t>
            </a:r>
          </a:p>
          <a:p>
            <a:pPr>
              <a:defRPr sz="2200"/>
            </a:pPr>
            <a:r>
              <a:t>Undo and redo preserve the planning invariants for up to 30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Workbook Imports And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Branch Profile.xlsx</a:t>
            </a:r>
          </a:p>
          <a:p>
            <a:pPr>
              <a:defRPr sz="2200"/>
            </a:pPr>
            <a:r>
              <a:t>Product Profile.xlsx</a:t>
            </a:r>
          </a:p>
          <a:p>
            <a:pPr>
              <a:defRPr sz="2200"/>
            </a:pPr>
            <a:r>
              <a:t>Inventory Profile.xlsx</a:t>
            </a:r>
          </a:p>
          <a:p>
            <a:pPr>
              <a:defRPr sz="2200"/>
            </a:pPr>
            <a:r>
              <a:t>Pricing Policy.xlsx</a:t>
            </a:r>
          </a:p>
          <a:p>
            <a:pPr>
              <a:defRPr sz="2200"/>
            </a:pPr>
            <a:r>
              <a:t>Seasonality &amp; Events.xlsx</a:t>
            </a:r>
          </a:p>
          <a:p>
            <a:pPr>
              <a:defRPr sz="2200"/>
            </a:pPr>
            <a:r>
              <a:t>Vendor Supply Profile.xlsx</a:t>
            </a:r>
          </a:p>
          <a:p>
            <a:pPr>
              <a:defRPr sz="2200"/>
            </a:pPr>
            <a:r>
              <a:t>Planning workbook import and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 And UI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the workspace selector to switch functions quickly</a:t>
            </a:r>
          </a:p>
          <a:p>
            <a:pPr>
              <a:defRPr sz="2200"/>
            </a:pPr>
            <a:r>
              <a:t>Keep hierarchies collapsed and expand only the branches being reviewed</a:t>
            </a:r>
          </a:p>
          <a:p>
            <a:pPr>
              <a:defRPr sz="2200"/>
            </a:pPr>
            <a:r>
              <a:t>Use store view first for detail and department view second for alignment</a:t>
            </a:r>
          </a:p>
          <a:p>
            <a:pPr>
              <a:defRPr sz="2200"/>
            </a:pPr>
            <a:r>
              <a:t>Use locks before major top-down changes</a:t>
            </a:r>
          </a:p>
          <a:p>
            <a:pPr>
              <a:defRPr sz="2200"/>
            </a:pPr>
            <a:r>
              <a:t>Export and review after each major planning 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2-Ready Data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Pricing policy, inventory, seasonality, and vendor data are already in Phase 1 scope</a:t>
            </a:r>
          </a:p>
          <a:p>
            <a:pPr>
              <a:defRPr sz="2200"/>
            </a:pPr>
            <a:r>
              <a:t>These data foundations will support future price, markdown, and forecasting recommendations</a:t>
            </a:r>
          </a:p>
          <a:p>
            <a:pPr>
              <a:defRPr sz="2200"/>
            </a:pPr>
            <a:r>
              <a:t>Phase 2 will reuse the current transactional planning model rather than replace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UAT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Imports and exports are still synchronous in Phase 1</a:t>
            </a:r>
          </a:p>
          <a:p>
            <a:pPr>
              <a:defRPr sz="2200"/>
            </a:pPr>
            <a:r>
              <a:t>Some performance hardening remains for production</a:t>
            </a:r>
          </a:p>
          <a:p>
            <a:pPr>
              <a:defRPr sz="2200"/>
            </a:pPr>
            <a:r>
              <a:t>CloudFront-to-ALB HTTPS is pending Route 53 and ACM</a:t>
            </a:r>
          </a:p>
          <a:p>
            <a:pPr>
              <a:defRPr sz="2200"/>
            </a:pPr>
            <a:r>
              <a:t>Always use the exported templates when preparing workbook imports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